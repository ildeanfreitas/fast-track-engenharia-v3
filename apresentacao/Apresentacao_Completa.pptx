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problema (dados ricos porém dispersos), a proposta (lakehouse end-to-end) e os requisitos do desafio que guiaram 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quantitativo: 17 endpoints viram 3 camadas, modeladas em 7 dimensões e 4 fatos, alimentando ~30 tabelas gold e 8 entregáveis. ~2.180 linhas com 6 suítes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modos com paridade lógica: pandas para iterar/CI, PySpark local para paridade, Databricks para produção. O princípio de idempotência sustenta o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central do projeto. Da API à camada analítica, com as faixas transversais de Qualidade e Auditoria. Este é o slide-âncora para explicar o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guarda o cru com auditoria por registro. O catálogo YAML torna os endpoints dado, não código — escolha registrada no ADR-0002.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entrega dados limpos e conformados. Os testes pandas funcionam como contrato de comportamento desta camada.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combina o star schema (7 dims + 4 fatos) com ~30 marts gold_ por entregável. O próximo slide mostra o modelo visualmente.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do modelo: fatos (laranja) conectam-se às dimensões (ciano). dim_data e dim_deputado são as mais compartilhadas; proposições entra como ponte de fato_tramitacao.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Padrão real: separar coleta (worker leve) do processamento (cluster). Quatro razões: custo, segurança, acoplamento e observabilidade.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endpoint declara no YAML como deve ser ingerido. As cinco estratégias cobrem desde listas estáveis até histórico versionado (SCD2).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Qualidade em três frentes: validação de CNPJ (DV + multi-UF), expectations nas transformações e z-score para anomalias de despesa. Rigor: nada é inferido.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Linhagem ponta a ponta: run_id + payload_hash permitem rastrear qualquer linha de Gold até a URL original. Decisão registrada no ADR-0004.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dos oito produtos. Os seis obrigatórios em laranja; os dois opcionais (streaming e CDC) em roxo. Detalhe nos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Atlas, calendário e correlação: três entregáveis que cruzam frentes, presença e alinhamento.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CEAP, CPIs e engajamento: foco em anomalia de gasto, produtividade e atuação parlamentar.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opcionais que mostram streaming (micro-batch) e CDC (SCD2 com alertas).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ADRs documentam o porquê das escolhas. Para banca: cada decisão tem contexto, opções consideradas e consequências assumidas.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só pipeline: testes, CI, lint e runbooks. A estrutura de pastas separa claramente ingestão, transformação, analytics 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-2377440"/>
            <a:ext cx="5852160" cy="58521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480560"/>
            <a:ext cx="4754880" cy="4754880"/>
          </a:xfrm>
          <a:prstGeom prst="ellipse">
            <a:avLst/>
          </a:prstGeom>
          <a:solidFill>
            <a:srgbClr val="FB923C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 FINAL · UPSKILL TILLER — ENGENHARIA DE DADOS (T2)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Câmara dos Deputados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Lakehouse de ponta a ponta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 (Bronze → Silver → Gold) com Delta Lake + Time Travel sobre os Dados Abertos da Câmara.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43484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2569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Lake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93976" y="4434840"/>
            <a:ext cx="800100" cy="310896"/>
          </a:xfrm>
          <a:prstGeom prst="roundRect">
            <a:avLst>
              <a:gd name="adj" fmla="val 50000"/>
            </a:avLst>
          </a:prstGeom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4425696"/>
            <a:ext cx="80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40380" y="4434840"/>
            <a:ext cx="722376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0380" y="4425696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09060" y="4434840"/>
            <a:ext cx="126644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9060" y="4425696"/>
            <a:ext cx="126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 Catalog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21808" y="443484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442569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Versão completa · apresentação para banca · jun/2026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&amp; DESAFIO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projeto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194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Câmara publica dados abertos ricos (deputados, votações, despesas, frentes, CPIs) em ~17 endpoints REST.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Dispersos, paginados e aninhados — difíceis de cruzar e auditar diretamente.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86400" cy="2331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886200"/>
            <a:ext cx="64008" cy="2331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proposta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528" y="4526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lakehouse end-to-end com arquitetura medalhão.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brutos em 6 produtos analíticos (+2 opcionais).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total: cada linha rastreável até a URL de origem.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30952" cy="46634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64008" cy="4663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desafio exige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225856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 + Delta  </a:t>
            </a:r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Bronze/Silver/Gold com Time Travel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0632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nativo  </a:t>
            </a:r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preferência por recursos nativos do Spark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8679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&amp; origem  </a:t>
            </a:r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rastrear de onde veio cada dado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467258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535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  </a:t>
            </a:r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validações e detecção de anomalias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547725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  </a:t>
            </a:r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star schema para análise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NÚMEROS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dimensão da solução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64008" cy="1828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0138" y="178308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1783080"/>
            <a:ext cx="64008" cy="18288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2" name="Text 10"/>
          <p:cNvSpPr/>
          <p:nvPr/>
        </p:nvSpPr>
        <p:spPr>
          <a:xfrm>
            <a:off x="3390138" y="21031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390138" y="28529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1636" y="178308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1636" y="1783080"/>
            <a:ext cx="64008" cy="1828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6231636" y="21031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231636" y="28529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DIMENSÕES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73134" y="178308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73134" y="1783080"/>
            <a:ext cx="64008" cy="18288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Text 18"/>
          <p:cNvSpPr/>
          <p:nvPr/>
        </p:nvSpPr>
        <p:spPr>
          <a:xfrm>
            <a:off x="9073134" y="21031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073134" y="28529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TABELAS FATO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023360"/>
            <a:ext cx="64008" cy="1828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434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548640" y="50932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TABELAS GOLD_*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90138" y="402336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90138" y="4023360"/>
            <a:ext cx="64008" cy="1828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3390138" y="43434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3390138" y="50932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1636" y="402336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1636" y="4023360"/>
            <a:ext cx="64008" cy="1828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6231636" y="43434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~2.180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6231636" y="50932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LINHAS PYTHON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73134" y="4023360"/>
            <a:ext cx="2567178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73134" y="4023360"/>
            <a:ext cx="64008" cy="18288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6" name="Text 34"/>
          <p:cNvSpPr/>
          <p:nvPr/>
        </p:nvSpPr>
        <p:spPr>
          <a:xfrm>
            <a:off x="9073134" y="43434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9073134" y="50932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SUÍTES DE TESTES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números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Solução end-to-end em três modos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lógica roda em três ambientes — do CI à produção no Databricks.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53384" cy="27432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4008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local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2834640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rápida de dev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sem cluster (~6 s)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documentado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7784" y="1965960"/>
            <a:ext cx="3453384" cy="27432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7784" y="1965960"/>
            <a:ext cx="64008" cy="27432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13" name="Text 11"/>
          <p:cNvSpPr/>
          <p:nvPr/>
        </p:nvSpPr>
        <p:spPr>
          <a:xfrm>
            <a:off x="4596384" y="219456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PySpark local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4672" y="2834640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 com Databricks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open-source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sequência lógica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6928" y="1965960"/>
            <a:ext cx="3453384" cy="27432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6928" y="1965960"/>
            <a:ext cx="64008" cy="2743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5528" y="219456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Premium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3816" y="2834640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nativo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Volumes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+ agendamento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5074920"/>
            <a:ext cx="64008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749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Princípio: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é idempotente e preserva o payload bruto; Silver e Gold são funções determinísticas a partir do Bronze. </a:t>
            </a:r>
            <a:pPr indent="0" marL="0">
              <a:buNone/>
            </a:pPr>
            <a:r>
              <a:rPr lang="en-US" sz="14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Reprocessar = re-rodar do Bronze para frente, sem voltar à API.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BF24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Medalhão Bronze → Silver → Gold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Câmara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endpoints REST v2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Link rel=next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180 RPM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4834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29154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29154" y="1600200"/>
            <a:ext cx="64008" cy="196596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4" name="Text 12"/>
          <p:cNvSpPr/>
          <p:nvPr/>
        </p:nvSpPr>
        <p:spPr>
          <a:xfrm>
            <a:off x="2993746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93746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+ AUDITORIA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12034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JSONL bruto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_audit.*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payload_hash SHA-256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35347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9667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09667" y="1600200"/>
            <a:ext cx="64008" cy="196596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20" name="Text 18"/>
          <p:cNvSpPr/>
          <p:nvPr/>
        </p:nvSpPr>
        <p:spPr>
          <a:xfrm>
            <a:off x="5274259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74259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7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CONFORMADO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92547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+ tipagem UTC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por PK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+ flatten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15861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90181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90181" y="1600200"/>
            <a:ext cx="64008" cy="1965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554773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54773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MODELADO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3061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dims + 4 fatos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~30 tabelas gold_*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96374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70694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70694" y="1600200"/>
            <a:ext cx="64008" cy="1965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9835286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835286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53574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obrigatórios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opcionais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de validação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29154" y="3767328"/>
            <a:ext cx="4332427" cy="566928"/>
          </a:xfrm>
          <a:prstGeom prst="rect">
            <a:avLst/>
          </a:prstGeom>
          <a:solidFill>
            <a:srgbClr val="0E16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5458" y="3767328"/>
            <a:ext cx="4058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  </a:t>
            </a:r>
            <a:pPr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(DV + multi-UF) · expectations · z-score de anomalias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07885" y="3767328"/>
            <a:ext cx="4332427" cy="566928"/>
          </a:xfrm>
          <a:prstGeom prst="rect">
            <a:avLst/>
          </a:prstGeom>
          <a:solidFill>
            <a:srgbClr val="0E16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4189" y="3767328"/>
            <a:ext cx="4058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   </a:t>
            </a:r>
            <a:pPr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 · source_url · run_id · payload_hash (rastreável até a URL)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51713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auditoria atravessam todo o pipeline; cada linha em Gold é rastreável até a fonte.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CD7F3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 BRONZE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Ingestão bruta com auditoria por registro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77840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61772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55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entra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2860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local (versionado p/ o Repo) → Delta no Volume Databricks.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bruto preservado: JSON aninhado intacto.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 resiliente: retry exponencial (tenacity) em 429/5xx, rate-limit 180 RPM, paginação via header Link.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idempotente: re-rodar sobrescreve.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embutida em cada linha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4983480"/>
            <a:ext cx="1499616" cy="310896"/>
          </a:xfrm>
          <a:prstGeom prst="roundRect">
            <a:avLst>
              <a:gd name="adj" fmla="val 50000"/>
            </a:avLst>
          </a:prstGeom>
          <a:ln w="12700">
            <a:solidFill>
              <a:srgbClr val="CD7F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97433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_audit.ingest_ts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4983480"/>
            <a:ext cx="1577340" cy="310896"/>
          </a:xfrm>
          <a:prstGeom prst="roundRect">
            <a:avLst>
              <a:gd name="adj" fmla="val 50000"/>
            </a:avLst>
          </a:prstGeom>
          <a:ln w="12700">
            <a:solidFill>
              <a:srgbClr val="CD7F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4974336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_audit.source_url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28516" y="4983480"/>
            <a:ext cx="1266444" cy="310896"/>
          </a:xfrm>
          <a:prstGeom prst="roundRect">
            <a:avLst>
              <a:gd name="adj" fmla="val 50000"/>
            </a:avLst>
          </a:prstGeom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8516" y="4974336"/>
            <a:ext cx="126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_audit.run_id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" y="5440680"/>
            <a:ext cx="1266444" cy="310896"/>
          </a:xfrm>
          <a:prstGeom prst="roundRect">
            <a:avLst>
              <a:gd name="adj" fmla="val 50000"/>
            </a:avLst>
          </a:prstGeom>
          <a:ln w="12700">
            <a:solidFill>
              <a:srgbClr val="CD7F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431536"/>
            <a:ext cx="126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_payload_hash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1554480"/>
            <a:ext cx="5285232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554480"/>
            <a:ext cx="64008" cy="4617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declarativo (YAML)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2194560"/>
            <a:ext cx="4828032" cy="1874520"/>
          </a:xfrm>
          <a:prstGeom prst="rect">
            <a:avLst/>
          </a:prstGeom>
          <a:solidFill>
            <a:srgbClr val="0A1018"/>
          </a:solidFill>
          <a:ln w="12700">
            <a:solidFill>
              <a:srgbClr val="273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3317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deputados: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/deputados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pk: [id]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incremental: snapshot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paginated: true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endpoint = adicionar um bloco no YAML. Sem tocar no cliente HTTP, na ingestão ou no Silver.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C7D2D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 SILVER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Limpeza, tipagem e conformação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05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 declarativo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para snake_case em schemas.py — contrato explícito.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16459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18105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Tipagem forte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5956" y="22128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em UTC, datas como date, numéricos int64/float64.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461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107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Deduplicação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8130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 por chave primária (keep=last).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7356" y="32461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7356" y="32461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956" y="34107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Flatten de aninhados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5956" y="38130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votacao_votos.deputado_ vira colunas planas.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8463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109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SCD2 por hash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4132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tramitações com valid_from / valid_to.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77356" y="4846320"/>
            <a:ext cx="5362956" cy="13716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7356" y="4846320"/>
            <a:ext cx="64008" cy="137160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28" name="Text 26"/>
          <p:cNvSpPr/>
          <p:nvPr/>
        </p:nvSpPr>
        <p:spPr>
          <a:xfrm>
            <a:off x="6505956" y="50109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propagada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5956" y="5413248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silver_ingest_ts, run_id e payload_hash herdados do Bronze.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BF24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 GOLD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dimensional (star schema)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" cy="4617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Dimensões (7)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5528" y="2240280"/>
            <a:ext cx="1188720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31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dim_deputado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2240280"/>
            <a:ext cx="1110996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231136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dim_partido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224028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2988" y="223113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dim_frente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5132" y="2240280"/>
            <a:ext cx="955548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5132" y="2231136"/>
            <a:ext cx="9555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dim_orgao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" y="269748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68833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dim_evento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47672" y="2697480"/>
            <a:ext cx="1344168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7672" y="2688336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dim_fornecedor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10712" y="2697480"/>
            <a:ext cx="877824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68833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Fatos (4)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5528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fato_voto  </a:t>
            </a:r>
            <a:pPr indent="0" marL="0">
              <a:buNone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votação × deputado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5528" y="4078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fato_presenca  </a:t>
            </a:r>
            <a:pPr indent="0" marL="0">
              <a:buNone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evento × deputado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95528" y="4498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fato_despesa  </a:t>
            </a:r>
            <a:pPr indent="0" marL="0">
              <a:buNone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deputado × documento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5528" y="4919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fato_tramitacao  </a:t>
            </a:r>
            <a:pPr indent="0" marL="0">
              <a:buNone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proposição × sequência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1600200"/>
            <a:ext cx="5468112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600200"/>
            <a:ext cx="64008" cy="4617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Marts analíticas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19088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dimensões e fatos, ~30 tabelas gold_* materializam cada entregável.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gold_atlas_frentes, gold_ceap_anomalias, gold_engajamento_deputado, gold_pl_tramitacao_scd2.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Padrão: uma ou mais tabelas gold_ por produto analítico, prontas para consumo em BI.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gold_ carrega run_id para linhagem da execução que a gerou.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DIMENSIONAL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— fatos, dimensões e ponte</a:t>
            </a:r>
            <a:endParaRPr lang="en-US" sz="3000" dirty="0"/>
          </a:p>
        </p:txBody>
      </p:sp>
      <p:pic>
        <p:nvPicPr>
          <p:cNvPr id="6" name="Image 0" descr="/sessions/dazzling-friendly-allen/mnt/outputs/star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572768"/>
            <a:ext cx="10058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1539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fatos no centro · 7 dimensões conformadas · dim_data compartilhada · tabela ponte de proposições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 schema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PADRÃO DE ENGENHARIA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Ingestão fora do cluster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2904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2103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74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leve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2585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src/ingestion/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606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na API (segundos)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· rate-limit ·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6408" y="2743200"/>
            <a:ext cx="301752" cy="0"/>
          </a:xfrm>
          <a:prstGeom prst="line">
            <a:avLst/>
          </a:prstGeom>
          <a:noFill/>
          <a:ln w="25400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3024" y="1691640"/>
            <a:ext cx="3422904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3024" y="1691640"/>
            <a:ext cx="64008" cy="2103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84192" y="1874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84192" y="22585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UC / samples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2480" y="2606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entrega (landing)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 coleta × processo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0792" y="2743200"/>
            <a:ext cx="301752" cy="0"/>
          </a:xfrm>
          <a:prstGeom prst="line">
            <a:avLst/>
          </a:prstGeom>
          <a:noFill/>
          <a:ln w="25400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17408" y="1691640"/>
            <a:ext cx="3422904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7408" y="1691640"/>
            <a:ext cx="64008" cy="21031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8576" y="1874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pesado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8576" y="22585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 02–06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6864" y="2606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nativo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Gold → Analytics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91672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6052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a coleta não roda dentro do cluster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ligado é caro; bater na API leva segundos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7298" y="47548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7298" y="50749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serverless têm egress restrito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1636" y="47548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Acoplamento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31636" y="50749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API cai, o cluster não fica retentando e pagando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35974" y="47548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35974" y="50749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num orquestrador tem alertas próprios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off-cluster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INGESTÃO INCREMENTAL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estratégias por endpoint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ESTRATÉGIA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FAZ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USAR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64008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tudo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1691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pequenas e estáveis (partidos, deputados)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32888"/>
            <a:ext cx="64008" cy="731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328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532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adiciona novos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25328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imutáveis (votações, votos)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74136"/>
            <a:ext cx="64008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741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append_watermark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37413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via coluna temporal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75120" y="337413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por data (despesas por ano/mês)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15384"/>
            <a:ext cx="64008" cy="7315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153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merge_by_hash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421538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se o hash mudou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75120" y="4215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que evoluem (proposições)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056632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056632"/>
            <a:ext cx="64008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0566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scd2_by_hash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50566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o histórico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75120" y="50566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relevantes (tramitações de PL)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DE DADOS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Validações e detecção de anomalias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" cy="4617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de CNPJ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do dígito verificador (DV) para validar CNPJ de fornecedores CEAP.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multi-UF: mesmo fornecedor atendendo muitas UFs vira flag de suspeita.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ranking de fornecedores com marcação de CNPJ suspeito.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Checagens de schema, nulos e domínios nas transformações.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viram sinal, não silêncio.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422392" cy="46177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64008" cy="4617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Detecção de anomalias (z-score)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por categoria de despesa × UF no Raio-X CEAP.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gastos fora do padrão relativo ao grupo de pares.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Materializado em gold_ceap_anomalias para consumo direto.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4297680"/>
            <a:ext cx="4965192" cy="1737360"/>
          </a:xfrm>
          <a:prstGeom prst="rect">
            <a:avLst/>
          </a:prstGeom>
          <a:solidFill>
            <a:srgbClr val="0A1018"/>
          </a:solidFill>
          <a:ln w="12700">
            <a:solidFill>
              <a:srgbClr val="273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PRINCÍPIO DE RIGOR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2940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inferido. O que não está na fonte é marcado como “a validar”, nunca inventado — origem, cálculo e inferência ficam separados.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 &amp; LINHAGEM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Rastreável até a URL de origem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66560" cy="822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ingest_ts · source_url · page_number · run_id · payload_hash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2468880"/>
            <a:ext cx="0" cy="91440"/>
          </a:xfrm>
          <a:prstGeom prst="line">
            <a:avLst/>
          </a:prstGeom>
          <a:noFill/>
          <a:ln w="25400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6766560" cy="822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60320"/>
            <a:ext cx="64008" cy="82296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70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 (JSONL/Delta)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bruto + colunas _audit.* por registro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97280" y="3383280"/>
            <a:ext cx="0" cy="91440"/>
          </a:xfrm>
          <a:prstGeom prst="line">
            <a:avLst/>
          </a:prstGeom>
          <a:noFill/>
          <a:ln w="25400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6766560" cy="822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74720"/>
            <a:ext cx="64008" cy="82296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84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(DataFrame/Delta)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silver_ingest_ts · run_id (mesmo run) · payload_hash propagado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4297680"/>
            <a:ext cx="0" cy="91440"/>
          </a:xfrm>
          <a:prstGeom prst="line">
            <a:avLst/>
          </a:prstGeom>
          <a:noFill/>
          <a:ln w="25400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389120"/>
            <a:ext cx="6766560" cy="822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389120"/>
            <a:ext cx="64008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988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 (Parquet/Delta)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run_id propagado nas tabelas analíticas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89520" y="1645920"/>
            <a:ext cx="4050792" cy="35661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1645920"/>
            <a:ext cx="64008" cy="3566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embutido por registro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36408" y="2331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self-contained: dada uma linha, sei quando, de qual URL e em qual run.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por hash: payload_hash separa mudança real de re-ingestão.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por run: filtrar por run_id mostra o impacto de uma execução.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89520" y="5440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ADR-0004 · auditoria embutida + state externo de watermark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obrigatórios + 2 opcionais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das frentes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HHI, sobreposição, deputados em N frentes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138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90138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91306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1306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91306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de eventos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91306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presença, densidade semanal, eventos futuros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2804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32804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Correlação frente × votação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32804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frente vs. partido por votação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3134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73134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4302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4302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74302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Raio-X CEAP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274302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ranking, flag de CNPJ suspeito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02336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9808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de CPIs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9808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vs. prazo, produtividade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90138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90138" y="402336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91306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1306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591306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Engajamento parlamentar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3591306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composto + percentil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31636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31636" y="4023360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32804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2804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432804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de votações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432804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10 min · SLA (opcional)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32804" y="5742432"/>
            <a:ext cx="2155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3134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073134" y="4023360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274302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74302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274302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de tramitação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274302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+ alertas (opcional)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274302" y="5742432"/>
            <a:ext cx="2155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OPCIONAL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 EM DETALHE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Obrigatórios 1–3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das frentes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por frente (concentração partidária)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 entre frentes ideologicamente opostas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deputados participando de N frentes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por legislatura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784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6384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6384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68952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de eventos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7240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presença por deputado e por tipo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semanal de eventos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semanas vazias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 eventos futuros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86928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6928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5528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5528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88096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Correlação frente × votação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06384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médio dentro de frentes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ao alinhamento dentro de partidos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por votação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coesão real dos blocos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detalhe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 EM DETALHE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Obrigatórios 4–6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Raio-X CEAP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por categoria de despesa × UF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fornecedores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 CNPJ suspeito (DV + multi-UF)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gold_ceap_anomalias pronto p/ BI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784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6384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6384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68952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de CPIs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7240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CPIs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real vs. prazo regimental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produtividade: com relatório vs. sem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CPIs improdutivas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86928" y="1645920"/>
            <a:ext cx="3453384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6928" y="1645920"/>
            <a:ext cx="64008" cy="44805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5528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5528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88096" y="256032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Engajamento parlamentar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06384" y="3337560"/>
            <a:ext cx="2996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composto: presenças × votos × discursos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dentro do partido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nacional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comparável de atuação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detalhe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 EM DETALHE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Opcionais — Streaming &amp; CDC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62956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4480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de votações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337560"/>
            <a:ext cx="49057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a cada 10 minutos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urgência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SLA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quase em tempo real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1645920"/>
            <a:ext cx="5362956" cy="44805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7356" y="1645920"/>
            <a:ext cx="64008" cy="4480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5956" y="1874520"/>
            <a:ext cx="548640" cy="548640"/>
          </a:xfrm>
          <a:prstGeom prst="ellipse">
            <a:avLst/>
          </a:prstGeom>
          <a:solidFill>
            <a:srgbClr val="0B0F17"/>
          </a:solidFill>
          <a:ln w="2032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1892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78524" y="256032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de tramitação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6812" y="3337560"/>
            <a:ext cx="49057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SCD2: valid_from / valid_to / is_current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proposição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transição (chegada ao Plenário)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arquivamento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detalhe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DECISÕES DE ARQUITETURA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ADRs — registros de decisão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62956" cy="21488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2148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medalhão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natural, auditoria por camada e compatibilidade total com Delta (SCD2, Time Travel, MERGE). Data Vault seria overkill.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7356" y="1645920"/>
            <a:ext cx="5362956" cy="21488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7356" y="1645920"/>
            <a:ext cx="64008" cy="2148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5956" y="210312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de endpoints em YAML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5956" y="260604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como dado, não código. Type-safe via dataclasses; novo endpoint = novo bloco, sem mexer no cliente.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62956" cy="21488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69080"/>
            <a:ext cx="64008" cy="21488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PySpark nativo + pandas local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em produção (exigência); pandas no CI roda em ~6 s sem cluster. Paridade lógica garantida por testes.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7356" y="4069080"/>
            <a:ext cx="5362956" cy="21488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7356" y="4069080"/>
            <a:ext cx="64008" cy="2148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505956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05956" y="452628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embutida por registro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5956" y="502920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self-contained + idempotência por hash. Watermarks ficam em state externo separado.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decisões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DE ENGENHARIA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Testes, CI e operação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3108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suítes pytest com mocks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cobrem api_client, silver, quality, analytics, config, hashing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= contrato de comportamento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7784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645920"/>
            <a:ext cx="64008" cy="3108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6384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/ Lint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4672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em cada push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ruff check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build no README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6928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6928" y="1645920"/>
            <a:ext cx="64008" cy="3108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5528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Operação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33816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runbooks: setup, incidentes, port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e reprocessamento documentados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GitHub → Databricks Repo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074920"/>
            <a:ext cx="64008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749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Estrutura:  </a:t>
            </a:r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conf/ (catálogo) · src/{ingestion,transforms,analytics,quality,pipelines,utils} · notebooks/ (Databricks) · tests/unit · docs/{architecture,data_model,decisions,runbooks}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engenharia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8165592" y="-2194560"/>
            <a:ext cx="5486400" cy="54864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lakehouse completo, auditável e reprodutível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963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Cobre o desafio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 + Delta, PySpark nativo, modelagem dimensional e qualidade — tudo entregue.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233172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2331720"/>
            <a:ext cx="64008" cy="1417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4963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5956" y="288036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de Gold volta à URL de origem via run_id + payload_hash.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77640"/>
            <a:ext cx="64008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422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Reprodutível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modos de execução; replay re-roda do Bronze sem tocar na API.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7356" y="397764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7356" y="3977640"/>
            <a:ext cx="64008" cy="1417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956" y="41422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5956" y="452628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ADRs, 3 runbooks, catálogo YAML e testes como contrato.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 agendar Workflows no Databricks · expandir streaming · dashboards de consumo em BI.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Câmara Lakehouse — Apresentação completa</dc:title>
  <dc:subject>PptxGenJS Presentation</dc:subject>
  <dc:creator>Freitas</dc:creator>
  <cp:lastModifiedBy>Freitas</cp:lastModifiedBy>
  <cp:revision>1</cp:revision>
  <dcterms:created xsi:type="dcterms:W3CDTF">2026-06-22T17:22:24Z</dcterms:created>
  <dcterms:modified xsi:type="dcterms:W3CDTF">2026-06-22T17:22:24Z</dcterms:modified>
</cp:coreProperties>
</file>